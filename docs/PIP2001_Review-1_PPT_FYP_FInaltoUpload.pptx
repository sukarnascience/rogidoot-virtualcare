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79" r:id="rId5"/>
    <p:sldId id="276" r:id="rId6"/>
    <p:sldId id="259" r:id="rId7"/>
    <p:sldId id="280" r:id="rId8"/>
    <p:sldId id="260" r:id="rId9"/>
    <p:sldId id="261" r:id="rId10"/>
    <p:sldId id="275" r:id="rId11"/>
    <p:sldId id="277" r:id="rId12"/>
    <p:sldId id="281" r:id="rId13"/>
    <p:sldId id="262" r:id="rId14"/>
    <p:sldId id="278" r:id="rId15"/>
    <p:sldId id="263" r:id="rId16"/>
    <p:sldId id="264" r:id="rId17"/>
    <p:sldId id="268" r:id="rId18"/>
    <p:sldId id="265" r:id="rId19"/>
    <p:sldId id="285" r:id="rId20"/>
    <p:sldId id="274" r:id="rId21"/>
    <p:sldId id="286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AD288-E15B-4271-B55D-DDB1B43DC8BE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EC8B7-7AE0-485D-8CE3-A3E29B97A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67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435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1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56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9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F0EAE8F-8B4C-436F-93E6-DF250930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5847C07-33FE-4652-A9FD-CD40E657B78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84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karnascience/RogiDoot-VirtualCa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7759/cureus.12345" TargetMode="External"/><Relationship Id="rId3" Type="http://schemas.openxmlformats.org/officeDocument/2006/relationships/hyperlink" Target="https://doi.org/10.1007/s12652-023-04694-5" TargetMode="External"/><Relationship Id="rId7" Type="http://schemas.openxmlformats.org/officeDocument/2006/relationships/hyperlink" Target="https://doi.org/10.1007/s11276-023-00390-2" TargetMode="External"/><Relationship Id="rId2" Type="http://schemas.openxmlformats.org/officeDocument/2006/relationships/hyperlink" Target="https://doi.org/10.1007/s10439-023-03217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234/jurnalteknokes.v16i2.1234" TargetMode="External"/><Relationship Id="rId11" Type="http://schemas.openxmlformats.org/officeDocument/2006/relationships/hyperlink" Target="https://doi.org/10.1109/SEB4SDG56478.2024.1010102" TargetMode="External"/><Relationship Id="rId5" Type="http://schemas.openxmlformats.org/officeDocument/2006/relationships/hyperlink" Target="https://doi.org/10.3390/jlpea13040057" TargetMode="External"/><Relationship Id="rId10" Type="http://schemas.openxmlformats.org/officeDocument/2006/relationships/hyperlink" Target="https://doi.org/10.1109/ICAC3N56400.2023.000234" TargetMode="External"/><Relationship Id="rId4" Type="http://schemas.openxmlformats.org/officeDocument/2006/relationships/hyperlink" Target="https://doi.org/10.1109/ICICT56478.2024.1010101" TargetMode="External"/><Relationship Id="rId9" Type="http://schemas.openxmlformats.org/officeDocument/2006/relationships/hyperlink" Target="https://doi.org/10.48550/arXiv.2405.06712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6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PSCS46 - Diagnosis of Acute Diseases Using AI (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RogiDoot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)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277434" y="1673769"/>
            <a:ext cx="3970500" cy="41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 CBC-08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14623059"/>
              </p:ext>
            </p:extLst>
          </p:nvPr>
        </p:nvGraphicFramePr>
        <p:xfrm>
          <a:off x="1061519" y="229930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20211CBC0045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Sukarna Jana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20221LBC0002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Maneesh G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20211CBC0051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Yash Kumar Singh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20211CBC0028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Sha </a:t>
                      </a:r>
                      <a:r>
                        <a:rPr lang="en-IN" sz="1800" u="none" strike="noStrike" cap="none" dirty="0" err="1"/>
                        <a:t>Aiyan</a:t>
                      </a:r>
                      <a:r>
                        <a:rPr lang="en-IN" sz="1800" u="none" strike="noStrike" cap="none" dirty="0"/>
                        <a:t> Mehdi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20211CBC0024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Penukonda</a:t>
                      </a:r>
                      <a:r>
                        <a:rPr lang="en-IN" sz="1800" u="none" strike="noStrike" cap="none" dirty="0"/>
                        <a:t> Bharath Kumar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4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334089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PIP2001 Capstone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061520" y="4775866"/>
            <a:ext cx="1009215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Bachelor of Technology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S. </a:t>
            </a:r>
            <a:r>
              <a:rPr lang="en-US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Dr. Abdul Khadar A 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Healthcare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Addressing the shortage of doctors in smaller towns and villages through innovative technology.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Development of the </a:t>
            </a:r>
            <a:r>
              <a:rPr lang="en-US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AI-powered telemedicine platform integrated with 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AI-driven health diagnostics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common acute diseases.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IoT devices for real-time health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catering to diverse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Indian populations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healthcare accessibility and efficiency in underserved areas.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Empowering users with personalized health data and insights.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4872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436914"/>
            <a:ext cx="10668000" cy="446858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in Infectious Disease: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Cheng et al. (2023) discuss the potential applications of AI, using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ChatGPT as a model for diagnosing infectious diseases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its scalability in rural healthcare settings.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on AI Diagnostics: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 (2023) provide a comprehensive review of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AI's role in disease diagnosis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identifying frameworks that can guide future telemedicine innovations, particularly in underserved areas.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Devices: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Pawar et al. (2024) present the development of an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ESP32-based health monitoring device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its efficacy in real-time patient data collection, which is essential for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Health Monitoring: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Ashraf et al. (2023) outline the design and implementation of an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IoT-based health monitoring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emphasizing the importance of accessibility and affordability in health tech solutions.</a:t>
            </a:r>
          </a:p>
        </p:txBody>
      </p:sp>
    </p:spTree>
    <p:extLst>
      <p:ext uri="{BB962C8B-B14F-4D97-AF65-F5344CB8AC3E}">
        <p14:creationId xmlns:p14="http://schemas.microsoft.com/office/powerpoint/2010/main" val="37677111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952501"/>
            <a:ext cx="10668000" cy="495299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Applications in Patient Monitoring: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Purwitosari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(2023) focus on IoT-enabled systems for patient monitoring,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showcasing various metrics (SpO2, BPM, body temperature) crucial for comprehensive health assessments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Health Applications: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Alruwaili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(2023) explore the integration of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IoT in mobile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emphasizing user-friendly interfaces and secure data management, relevant to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App's design.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Language Models: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 et al. (2024) investigate the use of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in diagnosing common illnesses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the rationale for incorporating AI into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for enhanced accuracy.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indicates a growing trend toward AI and IoT integration in healthcare, providing a strong foundation for the development of the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to address healthcare accessibility challenges in India.</a:t>
            </a:r>
            <a:endParaRPr lang="en-GB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3286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1458-3602-B88D-69F2-536F2B2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 Drawback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BBEEA-9AE3-9AD1-DBF4-A2CC98EF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Traditional Healthcare Delivery: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in rural areas due to a shortage of doctors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delayed diagnoses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treatment.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Telemedicine Solutions: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Many telemedicine platforms struggle with scalability and user engagement, often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requiring high-speed internet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technical literacy, which may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 be available in smaller towns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Static Health Monitoring Devices: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Devices that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provide limited metrics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only blood pressure or heart rate) do not offer a comprehensive view of a patient’s health status, missing critical insights.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Generic Health Apps: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Many existing health apps lack personalization and do not consider the user's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cultural context or language preferences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their effectiveness.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Inconsistent Data Integration: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Poor integration between various health monitoring devices and applications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can lead to fragmented health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complicating accurate diagnosis and treatment.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High Cost of Healthcare Technologies: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Drawback: Many advanced healthcare technologies are prohibitively expensive for users in rural areas, limiting their accessibility.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662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Integrated AI Diagnostics: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 Large Language Model (LLM):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Utilizes AI to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 and provide accurate diagnoses for common acute diseases, enhancing accessibility to medical advice.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IoT Health Monitoring: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Collects real-time health data (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heart rate, oxygen levels, body temperature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 using integrated sensors, ensuring comprehensive monitoring of user health.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User-Friendly Mobile Application: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Flutter Framework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Creates an intuitive interface for seamless interaction, available in multiple Indian languages to cater to diverse populations.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Multi-Step User Interaction: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Language Selection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Initial setup to enhance user experience.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authentication for data management.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users to add family members for comprehensive health tracking.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Quickly identifies nearby hospitals and ambulance services using GPS.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Health Assessments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Conducts MCQ-based evaluations for preliminary diagnosis.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Connects to nearby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via Bluetooth for enhanced data accuracy.</a:t>
            </a:r>
          </a:p>
        </p:txBody>
      </p:sp>
    </p:spTree>
    <p:extLst>
      <p:ext uri="{BB962C8B-B14F-4D97-AF65-F5344CB8AC3E}">
        <p14:creationId xmlns:p14="http://schemas.microsoft.com/office/powerpoint/2010/main" val="265961866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Dynamic Report Generation: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Comprehensive Health Reports: </a:t>
            </a:r>
            <a:r>
              <a:rPr lang="en-US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Combines AI diagnostics with IoT data to generate detailed health reports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 convenience and consultation with healthcare providers.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Security Measures: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the secure transmission of sensitive health data between devices and the mobile application.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addresses existing healthcare challenges by combining AI diagnostics, real-time health monitoring, and user-friendly technology, making healthcare more accessible and efficient for underserved populations.</a:t>
            </a:r>
            <a:endParaRPr lang="en-GB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3796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Accessibility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 healthcare support to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rural and underserved areas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Diagnostics: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 Large Language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preliminary diagnoses of common diseases.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IoT devices for continuous tracking of key health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Support: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Quickly identify nearby hospitals and ambulance services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emergencies.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usability with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multiple Indian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intuitive interface to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encourage active health management.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user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Reports: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detailed health reports for user and provider consultations.</a:t>
            </a:r>
            <a:endParaRPr lang="en-GB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2955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Methodology/Modules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Interface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Flutter Framework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Develops a responsive and intuitive mobile application interface for seamless user interaction.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Authentication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secure user login and management of personal and family health data.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Health Monitoring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IoT Integration: Utilizes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sensors to collect real-time health data (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heart rate, oxygen levels, temperature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 Diagnostics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 LLM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 and generates preliminary diagnoses for common acute illnesses based on predefined questions.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Emergency Services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GPS Functionality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Identifies nearby hospitals and ambulance services during emergencies for quick access.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Management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Firebase </a:t>
            </a:r>
            <a:r>
              <a:rPr lang="en-GB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user data, health reports, and app settings securely in a </a:t>
            </a:r>
            <a:r>
              <a:rPr lang="en-GB" sz="15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cloud-based 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Reporting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Dynamic Report Generation: Combines AI diagnostics and IoT data to create detailed health reports for users.</a:t>
            </a:r>
          </a:p>
          <a:p>
            <a:pPr marL="0" indent="0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Security Module:</a:t>
            </a:r>
          </a:p>
          <a:p>
            <a:pPr marL="0" indent="0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End-to-End Encryption: Protects sensitive health data during transmission between devices and the mobile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3149447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A156-B1FC-CA07-89DA-0BCF63C1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F365E-7AE4-DB6F-0037-94D4855F2D83}"/>
              </a:ext>
            </a:extLst>
          </p:cNvPr>
          <p:cNvSpPr txBox="1"/>
          <p:nvPr/>
        </p:nvSpPr>
        <p:spPr>
          <a:xfrm>
            <a:off x="121298" y="2936606"/>
            <a:ext cx="1619375" cy="984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Approach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95D75BE-C03C-1F3B-DAF1-1BCE341B7023}"/>
              </a:ext>
            </a:extLst>
          </p:cNvPr>
          <p:cNvSpPr/>
          <p:nvPr/>
        </p:nvSpPr>
        <p:spPr>
          <a:xfrm>
            <a:off x="1808708" y="1210138"/>
            <a:ext cx="1168402" cy="4143388"/>
          </a:xfrm>
          <a:prstGeom prst="leftBrace">
            <a:avLst>
              <a:gd name="adj1" fmla="val 37681"/>
              <a:gd name="adj2" fmla="val 544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C3DB7-26B8-4E82-856A-E2D850403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14" b="25891"/>
          <a:stretch/>
        </p:blipFill>
        <p:spPr>
          <a:xfrm>
            <a:off x="2940436" y="1210138"/>
            <a:ext cx="4894570" cy="433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DBDA9-1B0D-4DC0-7239-C1915D41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221" y="1210138"/>
            <a:ext cx="4505481" cy="41433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4C29F-9B13-8AAC-77A8-4C10869E3967}"/>
              </a:ext>
            </a:extLst>
          </p:cNvPr>
          <p:cNvSpPr txBox="1"/>
          <p:nvPr/>
        </p:nvSpPr>
        <p:spPr>
          <a:xfrm>
            <a:off x="8777816" y="333653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DEMO</a:t>
            </a:r>
            <a:r>
              <a:rPr lang="en-IN" dirty="0"/>
              <a:t> in Figma for UI</a:t>
            </a:r>
          </a:p>
        </p:txBody>
      </p:sp>
    </p:spTree>
    <p:extLst>
      <p:ext uri="{BB962C8B-B14F-4D97-AF65-F5344CB8AC3E}">
        <p14:creationId xmlns:p14="http://schemas.microsoft.com/office/powerpoint/2010/main" val="59389875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7FD-7A7C-F5A7-82F8-E665F49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Hardware/software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4BCC-0DB1-FDE0-3402-D7F5BF53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</a:p>
          <a:p>
            <a:pPr marL="0" indent="0">
              <a:buNone/>
            </a:pP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unit for collecting and processing health data from connected sensors.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Sensors: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Heart Rate Sensor: Monitors heart rate.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Oxygen Level Sensor (SpO2): Measures blood oxygen saturation.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Body Temperature Sensor: Tracks body temperature.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Environmental Sensors: Monitors ambient temperature and humidity.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User’s smartphone running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for data display and interaction.</a:t>
            </a:r>
          </a:p>
        </p:txBody>
      </p:sp>
    </p:spTree>
    <p:extLst>
      <p:ext uri="{BB962C8B-B14F-4D97-AF65-F5344CB8AC3E}">
        <p14:creationId xmlns:p14="http://schemas.microsoft.com/office/powerpoint/2010/main" val="82555230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7FD-7A7C-F5A7-82F8-E665F49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Hardware/software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4BCC-0DB1-FDE0-3402-D7F5BF53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Components: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Flutter: Framework for building the user interface, providing a smooth and responsive experience.</a:t>
            </a:r>
          </a:p>
          <a:p>
            <a:pPr marL="0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Server: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server-side logic, API requests, and data processing.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Firebase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Cloud-based NoSQL database for securely storing user data and health reports.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Authentication: Manages user login and authentication securely.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Model: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Custom Large Language Model (LLM):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inputs for diagnosis and health assessments.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Infrastructure: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Custom setup with powerful CPUs and sufficient RAM to support AI processing and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241325694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Timeline of Project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7D37B9-F908-6B13-1630-31ECFE1DE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807" y="1023243"/>
            <a:ext cx="8566385" cy="50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328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Timeline of Project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4D33C-CF10-923A-A628-5388C369B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58605"/>
              </p:ext>
            </p:extLst>
          </p:nvPr>
        </p:nvGraphicFramePr>
        <p:xfrm>
          <a:off x="812800" y="887716"/>
          <a:ext cx="10667999" cy="5212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83634">
                  <a:extLst>
                    <a:ext uri="{9D8B030D-6E8A-4147-A177-3AD203B41FA5}">
                      <a16:colId xmlns:a16="http://schemas.microsoft.com/office/drawing/2014/main" val="2578883500"/>
                    </a:ext>
                  </a:extLst>
                </a:gridCol>
                <a:gridCol w="2661455">
                  <a:extLst>
                    <a:ext uri="{9D8B030D-6E8A-4147-A177-3AD203B41FA5}">
                      <a16:colId xmlns:a16="http://schemas.microsoft.com/office/drawing/2014/main" val="728027555"/>
                    </a:ext>
                  </a:extLst>
                </a:gridCol>
                <a:gridCol w="2661455">
                  <a:extLst>
                    <a:ext uri="{9D8B030D-6E8A-4147-A177-3AD203B41FA5}">
                      <a16:colId xmlns:a16="http://schemas.microsoft.com/office/drawing/2014/main" val="1645761690"/>
                    </a:ext>
                  </a:extLst>
                </a:gridCol>
                <a:gridCol w="2661455">
                  <a:extLst>
                    <a:ext uri="{9D8B030D-6E8A-4147-A177-3AD203B41FA5}">
                      <a16:colId xmlns:a16="http://schemas.microsoft.com/office/drawing/2014/main" val="633134452"/>
                    </a:ext>
                  </a:extLst>
                </a:gridCol>
              </a:tblGrid>
              <a:tr h="354799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Start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End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762847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Project Planning and Requirements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1st Sep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7th Sep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483215"/>
                  </a:ext>
                </a:extLst>
              </a:tr>
              <a:tr h="266099">
                <a:tc>
                  <a:txBody>
                    <a:bodyPr/>
                    <a:lstStyle/>
                    <a:p>
                      <a:r>
                        <a:rPr lang="en-IN" sz="1200" b="1" dirty="0"/>
                        <a:t>Technology Stack Setup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8th Sep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14th Sep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130546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Hardware Device Development (IoT Integration)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8th Sep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28th Sep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148536"/>
                  </a:ext>
                </a:extLst>
              </a:tr>
              <a:tr h="266099">
                <a:tc>
                  <a:txBody>
                    <a:bodyPr/>
                    <a:lstStyle/>
                    <a:p>
                      <a:r>
                        <a:rPr lang="en-IN" sz="1200" b="1" dirty="0"/>
                        <a:t>Flutter App UI/UX Design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1st Oct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14th Oct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737721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Database Setup (Firebase </a:t>
                      </a:r>
                      <a:r>
                        <a:rPr lang="en-IN" sz="1200" b="1" dirty="0" err="1"/>
                        <a:t>Firestore</a:t>
                      </a:r>
                      <a:r>
                        <a:rPr lang="en-IN" sz="1200" b="1" dirty="0"/>
                        <a:t>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15th Oct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21st Oct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871553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Authentication Setup (Firebase)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15th Oct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21st Oct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309274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Mobile App Development (Flutter)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22nd Oct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4th Nov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271904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it-IT" sz="1200" b="1"/>
                        <a:t>AI Integration (LLM &amp; Gemini API)</a:t>
                      </a:r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5th Nov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18th Nov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789852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Testing &amp; Bug Fixing (Hardware + App)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19th Nov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2nd Dec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815545"/>
                  </a:ext>
                </a:extLst>
              </a:tr>
              <a:tr h="443499">
                <a:tc>
                  <a:txBody>
                    <a:bodyPr/>
                    <a:lstStyle/>
                    <a:p>
                      <a:r>
                        <a:rPr lang="en-IN" sz="1200" b="1" dirty="0"/>
                        <a:t>Final Review &amp; Updates (Predicted)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3rd Dec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16th Dec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551818"/>
                  </a:ext>
                </a:extLst>
              </a:tr>
              <a:tr h="620898">
                <a:tc>
                  <a:txBody>
                    <a:bodyPr/>
                    <a:lstStyle/>
                    <a:p>
                      <a:r>
                        <a:rPr lang="en-IN" sz="1200" b="1" dirty="0"/>
                        <a:t>Final Presentation &amp; Submission</a:t>
                      </a:r>
                      <a:br>
                        <a:rPr lang="en-IN" sz="1200" b="1" dirty="0"/>
                      </a:br>
                      <a:r>
                        <a:rPr lang="en-IN" sz="1200" b="1" dirty="0"/>
                        <a:t>(Predicted)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17th Dec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23rd Dec 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24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71578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Access: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healthcare availability for rural users.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Diagnostics: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AI-driven disease assessments.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tracking of vital health metrics.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Engagement: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user satisfaction through a user-friendly interface.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Emergencies: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nearby healthcare facilities.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Reports: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health reports for consultations.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management of sensitive health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Model: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adaptable for broader healthcare challenges.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2815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RogiDoot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App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 and 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healthcare challenges in rural India.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accurate diagnostics and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real-time health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enhances accessibility and efficiency in healthcare delivery.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user-friendly interface and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inclusivity, while robust security measures protect user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innovative solution not only empowers individuals to manage their health but also sets the foundation for scalable healthcare advancements in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underserved areas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7119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Repo: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https://github.com/Sukarnascience/RogiDoot-VirtualCare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0503A4-6538-5AA9-1DFA-783EC2F3A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" y="1804987"/>
            <a:ext cx="109632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Cheng, K., Li, Z., He, Y., Guo, Q., Lu, Y., Gu, S., &amp; Wu, H. (2023). Potential use of artificial intelligence in infectious disease: Take ChatGPT as an example. Annals of Biomedical Engineering, 51(6), 1130-1135.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/>
              </a:rPr>
              <a:t>https://doi.org/10.1007/s10439-023-03217-1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Kumar, Y., Koul, A., Singla, R., &amp; Ijaz, M. F. (2023). Artificial intelligence in disease diagnosis: A systematic literature review, synthesizing framework and future research agenda. Journal of Ambient Intelligence and Humanized Computing, 14(7), 8459-8486.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https://doi.org/10.1007/s12652-023-04694-5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Pawar, M.,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Rusia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Tijare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Gadpalliwar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A., Ashtekar, M., &amp;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Pichkate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R. (2024, April). Development of health monitoring wearable device using ESP32. In 2024 International Conference on Inventive Computation Technologies (ICICT) (pp. 2007-2012). IEEE.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4"/>
              </a:rPr>
              <a:t>https://doi.org/10.1109/ICICT56478.2024.1010101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Ashraf, S., Khattak, S. P., &amp; Iqbal, M. T. (2023). Design and implementation of an open-source and Internet-of-Things-based health monitoring system. Journal of Low Power Electronics and Applications, 13(4), 57.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5"/>
              </a:rPr>
              <a:t>https://doi.org/10.3390/jlpea13040057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Purwitosari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D.,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Irianto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B. G.,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Triwiyanto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T., &amp; Huynh, P. H. (2023). Design and development of SpO2, BPM, and body temperature for monitoring patient conditions in IoT-based special isolation rooms.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Jurnal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Teknokes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16(2).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6"/>
              </a:rPr>
              <a:t>https://doi.org/10.1234/jurnalteknokes.v16i2.1234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Alruwaili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M., Siddiqi, M. H., Farid, K., Azad, M.,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Alanazi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 A., Khan, A., &amp; Khan, A. (2023). A health monitoring system using IoT-based Android mobile application. Computers, Systems &amp; Signals, 47(2), 2293-2311.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7"/>
              </a:rPr>
              <a:t>https://doi.org/10.1007/s11276-023-00390-2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Alhur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 (2024). Redefining healthcare with artificial intelligence (AI): The contributions of ChatGPT, Gemini, and Co-pilot.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Cureus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16(4).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8"/>
              </a:rPr>
              <a:t>https://doi.org/10.7759/cureus.12345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Gupta, G. K., Singh, A., Manikandan, S. V., &amp;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Ehtesham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 (2024). Digital diagnostics: The potential of large language models in recognizing symptoms of common illnesses.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arXiv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preprint arXiv:2405.06712.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9"/>
              </a:rPr>
              <a:t>https://doi.org/10.48550/arXiv.2405.06712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Vats, A., Azim, S., &amp; Chauhan, A. S. (2023, December). Chat messenger app using Flutter. In 2023 5th International Conference on Advances in Computing, Communication Control and Networking (ICAC3N) (pp. 1531-1535). IEEE.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0"/>
              </a:rPr>
              <a:t>https://doi.org/10.1109/ICAC3N56400.2023.000234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Mariappan, A. (2023). Preliminary identification and therapeutic support of depression in mental health using conversational AI (Doctoral dissertation). [Institution URL if available].</a:t>
            </a: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Berida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O. T.,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Oguntimilehin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Badeji-Ajisafe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B., Tope-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Oke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 M., Babalola, G. O.,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Akinduyite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C. O., ... &amp; Sanya, O. A. (2024, April). </a:t>
            </a:r>
            <a:r>
              <a:rPr lang="en-US" sz="1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SMat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-Bot: An interactive chatbot for facilitating students’ comprehension of mathematics. In 2024 International Conference on Science, Engineering and Business for Driving Sustainable Development Goals (SEB4SDG) (pp. 1-8). IEEE. </a:t>
            </a: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1"/>
              </a:rPr>
              <a:t>https://doi.org/10.1109/SEB4SDG56478.2024.1010102</a:t>
            </a:r>
            <a:endParaRPr lang="en-US" sz="1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6096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Alwin, E. (2024). Using ChatGPT to create mobile apps: Analysis of using ChatGPT as a programming tool for developing smaller mobile applications. [Publisher URL if available].</a:t>
            </a:r>
          </a:p>
        </p:txBody>
      </p:sp>
    </p:spTree>
    <p:extLst>
      <p:ext uri="{BB962C8B-B14F-4D97-AF65-F5344CB8AC3E}">
        <p14:creationId xmlns:p14="http://schemas.microsoft.com/office/powerpoint/2010/main" val="361386331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Publication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E5D558-DC38-D3A0-B758-0942EB0B4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713" y="1143000"/>
            <a:ext cx="6830573" cy="4824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746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8A02-66E7-D4A9-0B63-EC7A4969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work mapping with SDG</a:t>
            </a:r>
            <a:endParaRPr lang="en-IN" dirty="0"/>
          </a:p>
        </p:txBody>
      </p:sp>
      <p:sp>
        <p:nvSpPr>
          <p:cNvPr id="4" name="AutoShape 2" descr="Image preview">
            <a:extLst>
              <a:ext uri="{FF2B5EF4-FFF2-40B4-BE49-F238E27FC236}">
                <a16:creationId xmlns:a16="http://schemas.microsoft.com/office/drawing/2014/main" id="{96B0E362-745E-C478-1396-BA189B7150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Image preview">
            <a:extLst>
              <a:ext uri="{FF2B5EF4-FFF2-40B4-BE49-F238E27FC236}">
                <a16:creationId xmlns:a16="http://schemas.microsoft.com/office/drawing/2014/main" id="{EA944A2A-59CE-0D28-76C1-2B1B38111B31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SDG 3: Good Health and Well-Being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healthcare access and quality in rural areas.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SDG 9: Industry, Innovation, and Infrastructure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innovation through AI and IoT in health monitoring.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SDG 10: Reduced Inequalities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equitable healthcare access via multi-language support.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SDG 11: Sustainable Cities and Communities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community resilience with quick emergency response.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SDG 17: Partnerships for the Goals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collaboration with healthcare and tech partners.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70B86F-B975-AA4B-228E-B14EE7E3D5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29" t="12160" r="6946" b="32200"/>
          <a:stretch/>
        </p:blipFill>
        <p:spPr>
          <a:xfrm>
            <a:off x="9503492" y="-4011"/>
            <a:ext cx="2688508" cy="207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947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7F26-2872-57A3-02D1-2A595C99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13CA9-8627-A845-6297-82DA6CE5B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32"/>
          <a:stretch/>
        </p:blipFill>
        <p:spPr>
          <a:xfrm>
            <a:off x="3257232" y="984250"/>
            <a:ext cx="5677535" cy="49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08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endParaRPr lang="en-GB" sz="4400" dirty="0"/>
          </a:p>
          <a:p>
            <a:pPr marL="0" indent="0" algn="ctr">
              <a:buNone/>
            </a:pPr>
            <a:r>
              <a:rPr lang="en-GB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16723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informatics" id="{2C23B8A5-E958-4A8C-AECF-01EA482D72F9}" vid="{45DF3A2B-1BA7-4465-AD96-220179DE36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437</TotalTime>
  <Words>2620</Words>
  <Application>Microsoft Office PowerPoint</Application>
  <PresentationFormat>Widescreen</PresentationFormat>
  <Paragraphs>274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Bookman Old Style</vt:lpstr>
      <vt:lpstr>Calibri</vt:lpstr>
      <vt:lpstr>Cambria</vt:lpstr>
      <vt:lpstr>Times New Roman</vt:lpstr>
      <vt:lpstr>Verdana</vt:lpstr>
      <vt:lpstr>Bioinformatics</vt:lpstr>
      <vt:lpstr>PSCS46 - Diagnosis of Acute Diseases Using AI ( RogiDoot )</vt:lpstr>
      <vt:lpstr>Introduction</vt:lpstr>
      <vt:lpstr>Literature Review</vt:lpstr>
      <vt:lpstr>Literature Review</vt:lpstr>
      <vt:lpstr>Existing method Drawback</vt:lpstr>
      <vt:lpstr>Proposed Method</vt:lpstr>
      <vt:lpstr>Proposed Method</vt:lpstr>
      <vt:lpstr>Objectives</vt:lpstr>
      <vt:lpstr>Methodology/Modules</vt:lpstr>
      <vt:lpstr>Architecture</vt:lpstr>
      <vt:lpstr>Hardware/software components</vt:lpstr>
      <vt:lpstr>Hardware/software components</vt:lpstr>
      <vt:lpstr>Timeline of Project</vt:lpstr>
      <vt:lpstr>Timeline of Project</vt:lpstr>
      <vt:lpstr>Expected Outcomes</vt:lpstr>
      <vt:lpstr>Conclusion</vt:lpstr>
      <vt:lpstr>Github Link</vt:lpstr>
      <vt:lpstr>References</vt:lpstr>
      <vt:lpstr>Publication Details</vt:lpstr>
      <vt:lpstr>Project work mapping with SDG</vt:lpstr>
      <vt:lpstr>Plagiarism Report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Sukarna Jana</cp:lastModifiedBy>
  <cp:revision>20</cp:revision>
  <dcterms:created xsi:type="dcterms:W3CDTF">2023-03-16T03:26:27Z</dcterms:created>
  <dcterms:modified xsi:type="dcterms:W3CDTF">2025-01-22T05:48:39Z</dcterms:modified>
</cp:coreProperties>
</file>